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4" r:id="rId6"/>
    <p:sldId id="902" r:id="rId7"/>
    <p:sldId id="905" r:id="rId8"/>
    <p:sldId id="906" r:id="rId9"/>
    <p:sldId id="907" r:id="rId10"/>
    <p:sldId id="90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18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18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18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13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257235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A.Sharvani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2420090052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K.Anjali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2420030170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M.Vinusha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- 2420030170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18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Edge AI Predictive Maintenance Controller for Industry</a:t>
            </a:r>
            <a:b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047999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5D3D15-C7B2-CCD4-664B-297E59940D83}"/>
              </a:ext>
            </a:extLst>
          </p:cNvPr>
          <p:cNvSpPr txBox="1"/>
          <p:nvPr/>
        </p:nvSpPr>
        <p:spPr>
          <a:xfrm>
            <a:off x="1056966" y="1438034"/>
            <a:ext cx="100780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In Industry 5.0, machines continuously generate data such as </a:t>
            </a:r>
            <a:r>
              <a:rPr lang="en-IN" sz="2400" b="1" dirty="0"/>
              <a:t>temperature, vibration, and current</a:t>
            </a:r>
            <a:r>
              <a:rPr lang="en-IN" sz="2400" dirty="0"/>
              <a:t>. If abnormal changes in these values are not detected in time, they can cause machine failures, production delays, and increased maintenance costs.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Edge AI Predictive Maintenance Controller</a:t>
            </a:r>
            <a:r>
              <a:rPr lang="en-IN" sz="2400" dirty="0"/>
              <a:t> aims to solve this problem by monitoring machine data in real time and predicting possible failures before they happen. </a:t>
            </a:r>
            <a:r>
              <a:rPr lang="en-IN" sz="2400" b="1" dirty="0"/>
              <a:t>Python and TensorFlow Lite</a:t>
            </a:r>
            <a:r>
              <a:rPr lang="en-IN" sz="2400" dirty="0"/>
              <a:t> will be used for data processing and the AI model, while </a:t>
            </a:r>
            <a:r>
              <a:rPr lang="en-IN" sz="2400" b="1" dirty="0"/>
              <a:t>MQTT</a:t>
            </a:r>
            <a:r>
              <a:rPr lang="en-IN" sz="2400" dirty="0"/>
              <a:t> will transfer sensor data between system components. </a:t>
            </a:r>
            <a:r>
              <a:rPr lang="en-IN" sz="2400" b="1" dirty="0"/>
              <a:t>RT-Linux</a:t>
            </a:r>
            <a:r>
              <a:rPr lang="en-IN" sz="2400" dirty="0"/>
              <a:t> will support real-time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Docker</a:t>
            </a:r>
            <a:r>
              <a:rPr lang="en-IN" sz="2400" dirty="0"/>
              <a:t> will provide a consistent software environment, and </a:t>
            </a:r>
            <a:r>
              <a:rPr lang="en-IN" sz="2400" b="1" dirty="0"/>
              <a:t>Grafana</a:t>
            </a:r>
            <a:r>
              <a:rPr lang="en-IN" sz="2400" dirty="0"/>
              <a:t> will display machine conditions and prediction results through a dashboard.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35F7-C011-19BA-BBDC-7F1009171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  Objectives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6297-07A9-5CBB-A053-561B0EA5D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0574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To simulate temperature, vibration, and current sensor data from industrial machines. </a:t>
            </a:r>
          </a:p>
          <a:p>
            <a:pPr lvl="0"/>
            <a:r>
              <a:rPr lang="en-IN" dirty="0"/>
              <a:t>To monitor machine conditions in real time using RTOS concepts. </a:t>
            </a:r>
          </a:p>
          <a:p>
            <a:pPr lvl="0"/>
            <a:r>
              <a:rPr lang="en-IN" dirty="0"/>
              <a:t>To implement task scheduling and prioritization for timely sensor-data processing. </a:t>
            </a:r>
          </a:p>
          <a:p>
            <a:pPr lvl="0"/>
            <a:r>
              <a:rPr lang="en-IN" dirty="0"/>
              <a:t>To use AI/ML techniques to detect abnormal machine </a:t>
            </a:r>
            <a:r>
              <a:rPr lang="en-IN" dirty="0" err="1"/>
              <a:t>behavior</a:t>
            </a:r>
            <a:r>
              <a:rPr lang="en-IN" dirty="0"/>
              <a:t> and predict possible failures. </a:t>
            </a:r>
          </a:p>
          <a:p>
            <a:pPr lvl="0"/>
            <a:r>
              <a:rPr lang="en-IN" dirty="0"/>
              <a:t>To use queues, semaphores, and mutexes for communication and synchronization between RTOS tasks. </a:t>
            </a:r>
          </a:p>
          <a:p>
            <a:pPr lvl="0"/>
            <a:r>
              <a:rPr lang="en-IN" dirty="0"/>
              <a:t>To generate early maintenance alerts to reduce machine failures, downtime, and maintenance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01F9B-14DE-F8CE-ABAE-CF7B4CF3F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2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1123260"/>
              </p:ext>
            </p:extLst>
          </p:nvPr>
        </p:nvGraphicFramePr>
        <p:xfrm>
          <a:off x="274646" y="689466"/>
          <a:ext cx="11642705" cy="486941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N. Ong et al. [1]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Predictive Maintenance for Edge-Based Sensor Networks: A Deep Reinforcement Learning Approach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Edge-based sensor network for equipment monitoring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• Anomaly detection and maintenance policy learning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Edge AI enables real-time predictive maintenance. </a:t>
                      </a:r>
                    </a:p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Deep learning can identify equipment failures from sensor data.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Focuses mainly on the reinforcement-learning approach. • Practical deployment on constrained RTOS-based controllers can be explored further</a:t>
                      </a:r>
                      <a:r>
                        <a:rPr lang="en-IN" sz="1400" dirty="0"/>
                        <a:t>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M. K. et al. [2]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Resource-efficient Edge AI Solution for Predictive Maintenance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Edge AI for tool-condition monitoring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ML/DL models deployed on low-performance edge hardware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Real-time sensor-data processing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ML models can operate on resource-constrained edge devices. </a:t>
                      </a:r>
                    </a:p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Edge processing reduces latency in maintenance decisions.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Further research is needed for broader industrial equipment and more resource-constrained real-time environments.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J. Martinez-Gil et al.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An Agentic Framework for Rapid Deployment of Edge AI Solutions in Industry 5.0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Edge AI framework for Industry 5.0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Local AI inference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Modular and agent-based architecture</a:t>
                      </a:r>
                      <a:endParaRPr lang="en-US" sz="1400" b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Edge AI supports low-latency industrial decision-making. </a:t>
                      </a:r>
                    </a:p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Modular architectures improve flexibility and scalability.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Framework requires further validation across different industrial applications.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18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300FF-8AA0-8162-0FF7-AF66EEFC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            Research Gap Identification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0F13E-543C-94BE-0D93-110C01622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dirty="0"/>
              <a:t>Most existing studies focus mainly on AI-based prediction, but give less attention to real-time task handling. </a:t>
            </a:r>
          </a:p>
          <a:p>
            <a:pPr lvl="0"/>
            <a:r>
              <a:rPr lang="en-IN" dirty="0"/>
              <a:t>Only limited work combines Edge AI with RTOS for predictive maintenance. </a:t>
            </a:r>
          </a:p>
          <a:p>
            <a:pPr lvl="0"/>
            <a:r>
              <a:rPr lang="en-IN" dirty="0"/>
              <a:t>Many existing systems depend on cloud or edge-cloud processing, which can cause delays in quick maintenance decisions. </a:t>
            </a:r>
          </a:p>
          <a:p>
            <a:pPr lvl="0"/>
            <a:r>
              <a:rPr lang="en-IN" dirty="0"/>
              <a:t>There is limited research on predictive maintenance systems designed for resource-limited real-time environments. </a:t>
            </a:r>
          </a:p>
          <a:p>
            <a:pPr lvl="0"/>
            <a:r>
              <a:rPr lang="en-IN" dirty="0"/>
              <a:t>RTOS features such as task scheduling, priorities, queues, and synchronization are not widely explored in existing predictive maintenance solutions. </a:t>
            </a:r>
          </a:p>
          <a:p>
            <a:pPr lvl="0"/>
            <a:r>
              <a:rPr lang="en-IN" dirty="0"/>
              <a:t>Many studies use only single sensor data, while combining temperature, vibration, and current can provide a better view of machine health.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B4FFE-69B9-0D08-35A9-02F63DD03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8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A2C6-36C4-2BB9-85F4-33E4EB09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</a:t>
            </a:r>
            <a:r>
              <a:rPr lang="en-US" b="1" dirty="0"/>
              <a:t>Innovation, Creativity, and Novelty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3388-0273-3043-5E15-C7A18D8E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Combines Edge AI and RTOS to support faster and real-time machine condition monitoring. </a:t>
            </a:r>
          </a:p>
          <a:p>
            <a:pPr lvl="0"/>
            <a:r>
              <a:rPr lang="en-IN" dirty="0"/>
              <a:t>Uses temperature, vibration, and current data together instead of depending on a single sensor. </a:t>
            </a:r>
          </a:p>
          <a:p>
            <a:pPr lvl="0"/>
            <a:r>
              <a:rPr lang="en-IN" dirty="0"/>
              <a:t>Uses RTOS task scheduling and priorities to process sensor data within the required time. </a:t>
            </a:r>
          </a:p>
          <a:p>
            <a:pPr lvl="0"/>
            <a:r>
              <a:rPr lang="en-IN" dirty="0"/>
              <a:t>Uses local Edge AI processing to reduce dependence on cloud-based decision-making. </a:t>
            </a:r>
          </a:p>
          <a:p>
            <a:pPr lvl="0"/>
            <a:r>
              <a:rPr lang="en-IN" dirty="0"/>
              <a:t>Provides early maintenance alerts by detecting abnormal machine conditions before major failure. </a:t>
            </a:r>
          </a:p>
          <a:p>
            <a:pPr lvl="0"/>
            <a:r>
              <a:rPr lang="en-IN" dirty="0"/>
              <a:t>The system is software-based and simulation-driven, making it low-cost, safe, and easy to test without physical industrial equipment.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00DAB-F898-4D12-66A5-3F43EE5D9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10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9AC4-1F5F-E0B0-2936-63238BFC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210" y="7505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</a:t>
            </a:r>
            <a:r>
              <a:rPr lang="en-US" b="1" dirty="0"/>
              <a:t>Feasibility</a:t>
            </a:r>
            <a:br>
              <a:rPr lang="en-US" b="1" dirty="0"/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79F0-DD17-AE3C-171F-FD935581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47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Technical Feasibility</a:t>
            </a:r>
            <a:endParaRPr lang="en-IN" dirty="0"/>
          </a:p>
          <a:p>
            <a:pPr lvl="0"/>
            <a:r>
              <a:rPr lang="en-IN" dirty="0"/>
              <a:t>The project can be developed using RTOS concepts and a software simulation environment.</a:t>
            </a:r>
          </a:p>
          <a:p>
            <a:pPr lvl="0"/>
            <a:r>
              <a:rPr lang="en-IN" dirty="0"/>
              <a:t>Temperature, vibration, and current values can be simulated as sensor data.</a:t>
            </a:r>
          </a:p>
          <a:p>
            <a:pPr lvl="0"/>
            <a:r>
              <a:rPr lang="en-IN" dirty="0"/>
              <a:t>Python and AI/ML techniques can be used for data processing and failure prediction.</a:t>
            </a:r>
          </a:p>
          <a:p>
            <a:pPr lvl="0"/>
            <a:r>
              <a:rPr lang="en-IN" dirty="0"/>
              <a:t>The system can be tested without physical industrial hardware.</a:t>
            </a:r>
          </a:p>
          <a:p>
            <a:pPr marL="0" indent="0">
              <a:buNone/>
            </a:pPr>
            <a:r>
              <a:rPr lang="en-IN" b="1" dirty="0"/>
              <a:t>2. Economic Feasibility</a:t>
            </a:r>
            <a:endParaRPr lang="en-IN" dirty="0"/>
          </a:p>
          <a:p>
            <a:pPr lvl="0"/>
            <a:r>
              <a:rPr lang="en-IN" dirty="0"/>
              <a:t>No additional cost is required for physical sensors, motors, or microcontrollers.</a:t>
            </a:r>
          </a:p>
          <a:p>
            <a:pPr lvl="0"/>
            <a:r>
              <a:rPr lang="en-IN" dirty="0"/>
              <a:t>Open-source software and tools can be used for RTOS simulation and ML development.</a:t>
            </a:r>
          </a:p>
          <a:p>
            <a:pPr lvl="0"/>
            <a:r>
              <a:rPr lang="en-IN" dirty="0"/>
              <a:t>The project can be developed using an existing computer, making it low-cost.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478DE-BA54-6AB5-45D2-5C395098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9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FE71-BA97-D606-8BC3-293E6DE6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Project Phases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58061F-3C02-EDCB-CB00-54DDF90684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4424" y="1825625"/>
          <a:ext cx="9623152" cy="4351338"/>
        </p:xfrm>
        <a:graphic>
          <a:graphicData uri="http://schemas.openxmlformats.org/drawingml/2006/table">
            <a:tbl>
              <a:tblPr/>
              <a:tblGrid>
                <a:gridCol w="4811576">
                  <a:extLst>
                    <a:ext uri="{9D8B030D-6E8A-4147-A177-3AD203B41FA5}">
                      <a16:colId xmlns:a16="http://schemas.microsoft.com/office/drawing/2014/main" val="3438670859"/>
                    </a:ext>
                  </a:extLst>
                </a:gridCol>
                <a:gridCol w="4811576">
                  <a:extLst>
                    <a:ext uri="{9D8B030D-6E8A-4147-A177-3AD203B41FA5}">
                      <a16:colId xmlns:a16="http://schemas.microsoft.com/office/drawing/2014/main" val="2818601320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Work to be Done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004980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1. Requirement Analysis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Understand the problem, study RTOS and predictive maintenance, and decide what machine parameters to use.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107242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2. System Design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Plan the system flow, RTOS tasks, task priorities, and AI model.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362573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3. Data &amp; AI Model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Generate sensor data, prepare normal and faulty data, and train the ML model.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728213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4. RTOS Implementation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Create RTOS tasks, manage task priorities, and use queues and synchronization methods.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378321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5. Integration &amp; Testing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Connect the AI model with the RTOS tasks and test the system with different machine conditions.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969844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6. Results &amp; Documentation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Analyze</a:t>
                      </a:r>
                      <a:r>
                        <a:rPr lang="en-IN" sz="1600" dirty="0"/>
                        <a:t> the results, make improvements, prepare the documentation, and complete the final presentation.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98151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8D9DD9D-D7D7-8976-4C81-65FF43C7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316" y="0"/>
            <a:ext cx="2165684" cy="93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49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990</Words>
  <Application>Microsoft Office PowerPoint</Application>
  <PresentationFormat>Widescreen</PresentationFormat>
  <Paragraphs>126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                                    Objectives </vt:lpstr>
      <vt:lpstr>PowerPoint Presentation</vt:lpstr>
      <vt:lpstr>                 Research Gap Identification </vt:lpstr>
      <vt:lpstr>       Innovation, Creativity, and Novelty </vt:lpstr>
      <vt:lpstr>               Feasibility   </vt:lpstr>
      <vt:lpstr>                          Project Phases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Vinusha 2420030212</cp:lastModifiedBy>
  <cp:revision>32</cp:revision>
  <dcterms:created xsi:type="dcterms:W3CDTF">2026-08-08T06:33:56Z</dcterms:created>
  <dcterms:modified xsi:type="dcterms:W3CDTF">2026-08-18T09:30:50Z</dcterms:modified>
</cp:coreProperties>
</file>